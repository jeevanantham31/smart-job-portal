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70" r:id="rId12"/>
    <p:sldId id="271" r:id="rId13"/>
    <p:sldId id="266" r:id="rId14"/>
    <p:sldId id="268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3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9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8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7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3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4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7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3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6186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17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554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37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3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2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2230" y="1626867"/>
            <a:ext cx="5731678" cy="1646302"/>
          </a:xfrm>
        </p:spPr>
        <p:txBody>
          <a:bodyPr/>
          <a:lstStyle/>
          <a:p>
            <a:r>
              <a:rPr dirty="0" smtClean="0"/>
              <a:t>Smart</a:t>
            </a:r>
            <a:r>
              <a:rPr lang="en-US" dirty="0" smtClean="0"/>
              <a:t> </a:t>
            </a:r>
            <a:r>
              <a:rPr dirty="0" smtClean="0"/>
              <a:t>Job Portal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2229" y="3408763"/>
            <a:ext cx="5826719" cy="1096899"/>
          </a:xfrm>
        </p:spPr>
        <p:txBody>
          <a:bodyPr/>
          <a:lstStyle/>
          <a:p>
            <a:r>
              <a:rPr dirty="0" smtClean="0"/>
              <a:t>Java </a:t>
            </a:r>
            <a:r>
              <a:rPr dirty="0"/>
              <a:t>| Hibernate | MySQL | Console-based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Console-based Job Portal Application</a:t>
            </a:r>
          </a:p>
          <a:p>
            <a:r>
              <a:rPr dirty="0"/>
              <a:t>Users can register, view and apply for jobs</a:t>
            </a:r>
          </a:p>
          <a:p>
            <a:r>
              <a:rPr dirty="0"/>
              <a:t>Companies can register and post jobs</a:t>
            </a:r>
          </a:p>
          <a:p>
            <a:r>
              <a:rPr dirty="0"/>
              <a:t>Built using Java (DAO pattern), Hibernate ORM and MySQL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 a modular console application demonstrating ORM usage</a:t>
            </a:r>
          </a:p>
          <a:p>
            <a:r>
              <a:rPr dirty="0"/>
              <a:t>Design relational schema and map entities with Hibernate</a:t>
            </a:r>
          </a:p>
          <a:p>
            <a:r>
              <a:rPr dirty="0"/>
              <a:t>Provide CRUD operations via DAO </a:t>
            </a:r>
            <a:r>
              <a:rPr dirty="0" smtClean="0"/>
              <a:t>layer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Java (JDK 8+)</a:t>
            </a:r>
          </a:p>
          <a:p>
            <a:r>
              <a:t>ORM: Hibernate 5</a:t>
            </a:r>
          </a:p>
          <a:p>
            <a:r>
              <a:t>Database: MySQL</a:t>
            </a:r>
          </a:p>
          <a:p>
            <a:r>
              <a:t>Build tool: Maven</a:t>
            </a:r>
          </a:p>
          <a:p>
            <a:r>
              <a:t>UI: Console-based with ANSI Colors</a:t>
            </a:r>
          </a:p>
          <a:p>
            <a:r>
              <a:t>Pattern: DAO (Data Access Object)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731238" cy="3880773"/>
          </a:xfrm>
        </p:spPr>
        <p:txBody>
          <a:bodyPr/>
          <a:lstStyle/>
          <a:p>
            <a:r>
              <a:rPr dirty="0" smtClean="0"/>
              <a:t>Layered architecture: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smtClean="0"/>
              <a:t>Presentation (</a:t>
            </a:r>
            <a:r>
              <a:rPr dirty="0" err="1" smtClean="0"/>
              <a:t>MainApp</a:t>
            </a:r>
            <a:r>
              <a:rPr dirty="0" smtClean="0"/>
              <a:t>, </a:t>
            </a:r>
            <a:r>
              <a:rPr dirty="0" err="1" smtClean="0"/>
              <a:t>UserMenu</a:t>
            </a:r>
            <a:r>
              <a:rPr dirty="0" smtClean="0"/>
              <a:t>, </a:t>
            </a:r>
            <a:r>
              <a:rPr dirty="0" err="1" smtClean="0"/>
              <a:t>CompanyMenu</a:t>
            </a:r>
            <a:r>
              <a:rPr lang="en-US" dirty="0" smtClean="0"/>
              <a:t>,</a:t>
            </a:r>
            <a:r>
              <a:rPr lang="en-GB" dirty="0"/>
              <a:t> </a:t>
            </a:r>
            <a:r>
              <a:rPr lang="en-GB" dirty="0" err="1" smtClean="0"/>
              <a:t>ConsoleUI,Color</a:t>
            </a:r>
            <a:r>
              <a:rPr dirty="0" smtClean="0"/>
              <a:t>)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smtClean="0"/>
              <a:t>DAO Layer (</a:t>
            </a:r>
            <a:r>
              <a:rPr dirty="0" err="1" smtClean="0"/>
              <a:t>UserDao</a:t>
            </a:r>
            <a:r>
              <a:rPr dirty="0" smtClean="0"/>
              <a:t>, </a:t>
            </a:r>
            <a:r>
              <a:rPr dirty="0" err="1" smtClean="0"/>
              <a:t>CompanyDao</a:t>
            </a:r>
            <a:r>
              <a:rPr dirty="0" smtClean="0"/>
              <a:t>, </a:t>
            </a:r>
            <a:r>
              <a:rPr dirty="0" err="1" smtClean="0"/>
              <a:t>JobDao</a:t>
            </a:r>
            <a:r>
              <a:rPr dirty="0" smtClean="0"/>
              <a:t>, </a:t>
            </a:r>
            <a:r>
              <a:rPr dirty="0" err="1" smtClean="0"/>
              <a:t>ApplicationDao</a:t>
            </a:r>
            <a:r>
              <a:rPr dirty="0" smtClean="0"/>
              <a:t>)</a:t>
            </a:r>
            <a:endParaRPr lang="en-US" dirty="0" smtClean="0"/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Entity Layer (User, Company, Job</a:t>
            </a:r>
            <a:r>
              <a:rPr lang="en-US" dirty="0"/>
              <a:t>, Application) </a:t>
            </a:r>
            <a:endParaRPr dirty="0" smtClean="0"/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smtClean="0"/>
              <a:t>Persistence (Hibernate, hibernate.cfg.xml)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smtClean="0"/>
              <a:t>Database (MySQL)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Layered architecture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541" y="1794615"/>
            <a:ext cx="3939612" cy="4208622"/>
          </a:xfrm>
        </p:spPr>
      </p:pic>
    </p:spTree>
    <p:extLst>
      <p:ext uri="{BB962C8B-B14F-4D97-AF65-F5344CB8AC3E}">
        <p14:creationId xmlns:p14="http://schemas.microsoft.com/office/powerpoint/2010/main" val="125714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(Schema)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4" y="1770065"/>
            <a:ext cx="6347714" cy="3880773"/>
          </a:xfrm>
        </p:spPr>
        <p:txBody>
          <a:bodyPr/>
          <a:lstStyle/>
          <a:p>
            <a:r>
              <a:rPr dirty="0"/>
              <a:t>ER Diagram placeholder</a:t>
            </a:r>
            <a:r>
              <a:rPr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 smtClean="0"/>
              <a:t> </a:t>
            </a:r>
            <a:r>
              <a:rPr dirty="0"/>
              <a:t>User (1) ← Application (M) → Job (M) ← Company (1</a:t>
            </a:r>
            <a:r>
              <a:rPr dirty="0" smtClean="0"/>
              <a:t>)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" t="11567" r="6869" b="8236"/>
          <a:stretch/>
        </p:blipFill>
        <p:spPr>
          <a:xfrm>
            <a:off x="1035493" y="2971799"/>
            <a:ext cx="5495924" cy="2971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Entities &amp; Mappings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User, Company, Job, Application</a:t>
            </a:r>
          </a:p>
          <a:p>
            <a:r>
              <a:rPr dirty="0"/>
              <a:t>Annotations: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/>
              <a:t>Entity,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/>
              <a:t>Table,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/>
              <a:t>Id,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 err="1"/>
              <a:t>GeneratedValue</a:t>
            </a:r>
            <a:r>
              <a:rPr dirty="0"/>
              <a:t>,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 err="1"/>
              <a:t>ManyToOne</a:t>
            </a:r>
            <a:r>
              <a:rPr dirty="0"/>
              <a:t>, </a:t>
            </a:r>
            <a:endParaRPr lang="en-US" dirty="0" smtClean="0"/>
          </a:p>
          <a:p>
            <a:pPr marL="685800" lvl="1">
              <a:buFont typeface="Wingdings" panose="05000000000000000000" pitchFamily="2" charset="2"/>
              <a:buChar char="§"/>
            </a:pPr>
            <a:r>
              <a:rPr dirty="0" smtClean="0"/>
              <a:t>@</a:t>
            </a:r>
            <a:r>
              <a:rPr dirty="0" err="1"/>
              <a:t>OneToMany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DAO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UserDao: registerUser, login</a:t>
            </a:r>
          </a:p>
          <a:p>
            <a:r>
              <a:t>CompanyDao: registerCompany, login</a:t>
            </a:r>
          </a:p>
          <a:p>
            <a:r>
              <a:t>JobDao: postJob, displayAllJobs, getJobById, getJobsByCompany</a:t>
            </a:r>
          </a:p>
          <a:p>
            <a:r>
              <a:t>ApplicationDao: applyJob, getApplicationsByUser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Console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Application (MainApp)</a:t>
            </a:r>
          </a:p>
          <a:p>
            <a:r>
              <a:t>2. Company posts job</a:t>
            </a:r>
          </a:p>
          <a:p>
            <a:r>
              <a:t>3. User views and applies</a:t>
            </a:r>
          </a:p>
          <a:p>
            <a:r>
              <a:t>4. Application saved via Hibernate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8583" y="1392964"/>
            <a:ext cx="307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Login and User Menu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826" y="1930400"/>
            <a:ext cx="3794613" cy="450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727"/>
          <a:stretch/>
        </p:blipFill>
        <p:spPr>
          <a:xfrm>
            <a:off x="2489512" y="1837346"/>
            <a:ext cx="3707417" cy="44552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5096" y="1161023"/>
            <a:ext cx="3817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Company </a:t>
            </a:r>
            <a:r>
              <a:rPr lang="en-US" dirty="0"/>
              <a:t>Login and </a:t>
            </a:r>
            <a:r>
              <a:rPr lang="en-US" dirty="0" smtClean="0"/>
              <a:t>Company </a:t>
            </a:r>
            <a:r>
              <a:rPr lang="en-US" dirty="0"/>
              <a:t>Menu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422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&amp;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Connection pooling with Hibernate</a:t>
            </a:r>
          </a:p>
          <a:p>
            <a:r>
              <a:rPr lang="en-US" dirty="0" smtClean="0"/>
              <a:t>Caching frequently accessed jobs </a:t>
            </a:r>
          </a:p>
          <a:p>
            <a:r>
              <a:rPr lang="en-US" dirty="0" smtClean="0"/>
              <a:t>Optimized queries for large datasets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90572"/>
            <a:ext cx="6637235" cy="3880773"/>
          </a:xfrm>
        </p:spPr>
        <p:txBody>
          <a:bodyPr/>
          <a:lstStyle/>
          <a:p>
            <a:r>
              <a:rPr lang="en-US" dirty="0" smtClean="0"/>
              <a:t>Smart Job Portal</a:t>
            </a:r>
          </a:p>
          <a:p>
            <a:pPr marL="685800" lvl="1">
              <a:buFont typeface="Wingdings" panose="05000000000000000000" pitchFamily="2" charset="2"/>
              <a:buChar char="q"/>
            </a:pPr>
            <a:r>
              <a:rPr lang="en-US" dirty="0" smtClean="0"/>
              <a:t>Built with Java, Hibernate, </a:t>
            </a:r>
            <a:r>
              <a:rPr lang="en-US" dirty="0" err="1" smtClean="0"/>
              <a:t>MySQL</a:t>
            </a:r>
            <a:r>
              <a:rPr lang="en-US" dirty="0" smtClean="0"/>
              <a:t> using DAO pattern</a:t>
            </a:r>
          </a:p>
          <a:p>
            <a:pPr marL="685800" lvl="1">
              <a:buFont typeface="Wingdings" panose="05000000000000000000" pitchFamily="2" charset="2"/>
              <a:buChar char="q"/>
            </a:pPr>
            <a:r>
              <a:rPr lang="en-US" dirty="0" smtClean="0"/>
              <a:t>Provides CRUD operations for Users, Companies, Jobs, and Applications</a:t>
            </a:r>
          </a:p>
          <a:p>
            <a:pPr marL="685800" lvl="1">
              <a:buFont typeface="Wingdings" panose="05000000000000000000" pitchFamily="2" charset="2"/>
              <a:buChar char="q"/>
            </a:pPr>
            <a:r>
              <a:rPr lang="en-US" dirty="0" smtClean="0"/>
              <a:t>Demonstrates layered architecture with clear separation of concerns</a:t>
            </a:r>
          </a:p>
          <a:p>
            <a:pPr marL="685800" lvl="1">
              <a:buFont typeface="Wingdings" panose="05000000000000000000" pitchFamily="2" charset="2"/>
              <a:buChar char="q"/>
            </a:pPr>
            <a:r>
              <a:rPr lang="en-US" dirty="0" smtClean="0"/>
              <a:t>Console-based flow: 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Register → Post/View Jobs → Apply → Persist via Hibernate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791293"/>
            <a:ext cx="6347713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6700" dirty="0" smtClean="0"/>
              <a:t>Thank You!</a:t>
            </a:r>
            <a:endParaRPr lang="en-US" sz="6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271685"/>
            <a:ext cx="6986955" cy="3880773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</TotalTime>
  <Words>302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Smart Job Portal</vt:lpstr>
      <vt:lpstr>Introduction</vt:lpstr>
      <vt:lpstr>Objectives</vt:lpstr>
      <vt:lpstr>Tech Stack</vt:lpstr>
      <vt:lpstr>System Architecture</vt:lpstr>
      <vt:lpstr>Layered architecture</vt:lpstr>
      <vt:lpstr>ER Diagram (Schema)</vt:lpstr>
      <vt:lpstr>Entities &amp; Mappings</vt:lpstr>
      <vt:lpstr>DAO Layer</vt:lpstr>
      <vt:lpstr>Sample Console Flow</vt:lpstr>
      <vt:lpstr>Output</vt:lpstr>
      <vt:lpstr>PowerPoint Presentation</vt:lpstr>
      <vt:lpstr>Performance &amp; Optimization</vt:lpstr>
      <vt:lpstr>Summary</vt:lpstr>
      <vt:lpstr>  Thank You!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Job Portal</dc:title>
  <dc:subject/>
  <dc:creator>JEEVARAVI</dc:creator>
  <cp:keywords/>
  <dc:description>generated using python-pptx</dc:description>
  <cp:lastModifiedBy>Microsoft account</cp:lastModifiedBy>
  <cp:revision>15</cp:revision>
  <dcterms:created xsi:type="dcterms:W3CDTF">2013-01-27T09:14:16Z</dcterms:created>
  <dcterms:modified xsi:type="dcterms:W3CDTF">2025-11-19T09:53:44Z</dcterms:modified>
  <cp:category/>
</cp:coreProperties>
</file>